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1c216c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61c216c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3b183c8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3b183c8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3b183c87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3b183c87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b183c872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3b183c872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b183c872_1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b183c872_1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3b183c872_1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3b183c872_1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b183c872_1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3b183c872_1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3b183c872_14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3b183c872_14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b183c872_14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3b183c872_14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3b183c872_1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3b183c872_1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b183c872_14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3b183c872_1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b183c872_14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3b183c872_14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b183c872_14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3b183c872_1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hyperlink" Target="https://www.youtube.com/watch?v=U9gGP5vwIl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hyperlink" Target="https://youtu.be/C5_tlckgAO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hyperlink" Target="https://github.com/tamir844/Smart-Stadium-Crowd-Control-IoT-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57875" y="1583200"/>
            <a:ext cx="583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 u="sng">
                <a:solidFill>
                  <a:schemeClr val="hlink"/>
                </a:solidFill>
                <a:hlinkClick r:id="rId4"/>
              </a:rPr>
              <a:t>https://www.youtube.com/watch?v=U9gGP5vwIlE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ן לזה קצת טאץ' של אצטדיון כדורגל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88" name="Google Shape;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שיפור השקף הזה" id="93" name="Google Shape;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/>
          <p:nvPr/>
        </p:nvSpPr>
        <p:spPr>
          <a:xfrm>
            <a:off x="4402300" y="269050"/>
            <a:ext cx="47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hlink"/>
                </a:solidFill>
                <a:hlinkClick r:id="rId4"/>
              </a:rPr>
              <a:t>https://youtu.be/C5_tlckgAOo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5" name="Google Shape;95;p21"/>
          <p:cNvSpPr txBox="1"/>
          <p:nvPr/>
        </p:nvSpPr>
        <p:spPr>
          <a:xfrm>
            <a:off x="3729700" y="1099925"/>
            <a:ext cx="543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>
            <a:hlinkClick r:id="rId4"/>
          </p:cNvPr>
          <p:cNvSpPr txBox="1"/>
          <p:nvPr/>
        </p:nvSpPr>
        <p:spPr>
          <a:xfrm>
            <a:off x="4287950" y="2722100"/>
            <a:ext cx="479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lt1"/>
                </a:solidFill>
              </a:rPr>
              <a:t>https://github.com/tamir844/Smart-Stadium-Crowd-Control-IoT-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