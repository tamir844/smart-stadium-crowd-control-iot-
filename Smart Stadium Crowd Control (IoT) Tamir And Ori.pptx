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3b183c872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3b183c87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3b183c87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3b183c87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3b183c872_1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3b183c872_1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3b183c872_14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3b183c872_14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d3b183c872_14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d3b183c872_14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3b183c872_14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3b183c872_14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3b183c872_14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d3b183c872_14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d3b183c872_14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d3b183c872_14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3b183c872_14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d3b183c872_14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3b183c872_14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3b183c872_14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3b183c872_14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3b183c872_14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3b183c872_14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3b183c872_14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Relationship Id="rId4" Type="http://schemas.openxmlformats.org/officeDocument/2006/relationships/hyperlink" Target="https://youtu.be/C5_tlckgAOo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hyperlink" Target="https://github.com/tamir844/Smart-Stadium-Crowd-Control-IoT-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10" l="0" r="0" t="10"/>
          <a:stretch/>
        </p:blipFill>
        <p:spPr>
          <a:xfrm>
            <a:off x="-35700" y="0"/>
            <a:ext cx="9210675" cy="51439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שיפור השקף הזה"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שיפור השקף הזה" id="64" name="Google Shape;6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שיפור השקף הזה" id="69" name="Google Shape;6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תן לזה קצת טאץ' של אצטדיון כדורגל" id="74" name="Google Shape;7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6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שיפור השקף הזה" id="83" name="Google Shape;8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שיפור השקף הזה" id="88" name="Google Shape;8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20"/>
          <p:cNvSpPr txBox="1"/>
          <p:nvPr/>
        </p:nvSpPr>
        <p:spPr>
          <a:xfrm>
            <a:off x="4402300" y="269050"/>
            <a:ext cx="476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hlink"/>
                </a:solidFill>
                <a:hlinkClick r:id="rId4"/>
              </a:rPr>
              <a:t>https://youtu.be/C5_tlckgAOo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90" name="Google Shape;90;p20"/>
          <p:cNvSpPr txBox="1"/>
          <p:nvPr/>
        </p:nvSpPr>
        <p:spPr>
          <a:xfrm>
            <a:off x="3729700" y="1099925"/>
            <a:ext cx="543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3">
            <a:hlinkClick r:id="rId4"/>
          </p:cNvPr>
          <p:cNvSpPr txBox="1"/>
          <p:nvPr/>
        </p:nvSpPr>
        <p:spPr>
          <a:xfrm>
            <a:off x="4287950" y="2722100"/>
            <a:ext cx="4790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300">
                <a:solidFill>
                  <a:schemeClr val="lt1"/>
                </a:solidFill>
              </a:rPr>
              <a:t>https://github.com/tamir844/Smart-Stadium-Crowd-Control-IoT-</a:t>
            </a:r>
            <a:endParaRPr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